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3" r:id="rId2"/>
    <p:sldId id="335" r:id="rId3"/>
    <p:sldId id="333" r:id="rId4"/>
  </p:sldIdLst>
  <p:sldSz cx="12192000" cy="6858000"/>
  <p:notesSz cx="6797675" cy="9926638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MS PGothic" pitchFamily="34" charset="-128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4531" userDrawn="1">
          <p15:clr>
            <a:srgbClr val="A4A3A4"/>
          </p15:clr>
        </p15:guide>
        <p15:guide id="4" pos="4358" userDrawn="1">
          <p15:clr>
            <a:srgbClr val="A4A3A4"/>
          </p15:clr>
        </p15:guide>
        <p15:guide id="5" orient="horz" pos="2275">
          <p15:clr>
            <a:srgbClr val="A4A3A4"/>
          </p15:clr>
        </p15:guide>
        <p15:guide id="6" pos="4070">
          <p15:clr>
            <a:srgbClr val="A4A3A4"/>
          </p15:clr>
        </p15:guide>
        <p15:guide id="7" pos="42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6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3634" autoAdjust="0"/>
  </p:normalViewPr>
  <p:slideViewPr>
    <p:cSldViewPr snapToObjects="1">
      <p:cViewPr varScale="1">
        <p:scale>
          <a:sx n="50" d="100"/>
          <a:sy n="50" d="100"/>
        </p:scale>
        <p:origin x="2874" y="54"/>
      </p:cViewPr>
      <p:guideLst>
        <p:guide orient="horz" pos="2160"/>
        <p:guide pos="3840"/>
        <p:guide pos="4531"/>
        <p:guide pos="4358"/>
        <p:guide orient="horz" pos="2275"/>
        <p:guide pos="4070"/>
        <p:guide pos="4243"/>
      </p:guideLst>
    </p:cSldViewPr>
  </p:slideViewPr>
  <p:notesTextViewPr>
    <p:cViewPr>
      <p:scale>
        <a:sx n="1" d="1"/>
        <a:sy n="1" d="1"/>
      </p:scale>
      <p:origin x="0" y="-726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429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D72BF38-6B2E-4DF1-B73B-9E185C4A215D}" type="datetimeFigureOut">
              <a:rPr lang="en-US" altLang="en-US"/>
              <a:pPr>
                <a:defRPr/>
              </a:pPr>
              <a:t>10/11/2016</a:t>
            </a:fld>
            <a:endParaRPr lang="en-US" altLang="en-US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altLang="en-US" noProof="0"/>
              <a:t>Klicka här för att ändra format på bakgrundstexten</a:t>
            </a:r>
          </a:p>
          <a:p>
            <a:pPr lvl="1"/>
            <a:r>
              <a:rPr lang="sv-SE" altLang="en-US" noProof="0"/>
              <a:t>Nivå två</a:t>
            </a:r>
          </a:p>
          <a:p>
            <a:pPr lvl="2"/>
            <a:r>
              <a:rPr lang="sv-SE" altLang="en-US" noProof="0"/>
              <a:t>Nivå tre</a:t>
            </a:r>
          </a:p>
          <a:p>
            <a:pPr lvl="3"/>
            <a:r>
              <a:rPr lang="sv-SE" altLang="en-US" noProof="0"/>
              <a:t>Nivå fyra</a:t>
            </a:r>
          </a:p>
          <a:p>
            <a:pPr lvl="4"/>
            <a:r>
              <a:rPr lang="sv-SE" altLang="en-US" noProof="0"/>
              <a:t>Nivå fem</a:t>
            </a:r>
            <a:endParaRPr lang="en-US" altLang="en-US" noProof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429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fld id="{4FCA31A5-D6D7-46CB-9DCC-B163808DB4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10069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56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28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00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72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5738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5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3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79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Words:</a:t>
            </a:r>
          </a:p>
          <a:p>
            <a:r>
              <a:rPr lang="en-US" dirty="0" err="1"/>
              <a:t>OpenWRT</a:t>
            </a:r>
            <a:endParaRPr lang="en-US" dirty="0"/>
          </a:p>
          <a:p>
            <a:r>
              <a:rPr lang="en-US" dirty="0"/>
              <a:t>Application</a:t>
            </a:r>
            <a:r>
              <a:rPr lang="en-US" baseline="0" dirty="0"/>
              <a:t> Store</a:t>
            </a:r>
          </a:p>
          <a:p>
            <a:r>
              <a:rPr lang="en-US" baseline="0" dirty="0"/>
              <a:t>Embedded</a:t>
            </a:r>
          </a:p>
          <a:p>
            <a:r>
              <a:rPr lang="en-US" baseline="0" dirty="0"/>
              <a:t>Linux</a:t>
            </a:r>
          </a:p>
          <a:p>
            <a:r>
              <a:rPr lang="en-US" baseline="0" dirty="0"/>
              <a:t>Android</a:t>
            </a:r>
          </a:p>
          <a:p>
            <a:r>
              <a:rPr lang="en-US" baseline="0" dirty="0"/>
              <a:t>Apple</a:t>
            </a:r>
          </a:p>
          <a:p>
            <a:r>
              <a:rPr lang="en-US" baseline="0" dirty="0"/>
              <a:t>Internet</a:t>
            </a:r>
          </a:p>
          <a:p>
            <a:r>
              <a:rPr lang="en-US" baseline="0" dirty="0"/>
              <a:t>Openfire</a:t>
            </a:r>
          </a:p>
          <a:p>
            <a:r>
              <a:rPr lang="en-US" baseline="0" dirty="0"/>
              <a:t>Mobile</a:t>
            </a:r>
          </a:p>
          <a:p>
            <a:r>
              <a:rPr lang="en-US" baseline="0" dirty="0" err="1"/>
              <a:t>Inteno</a:t>
            </a:r>
            <a:endParaRPr lang="en-US" baseline="0" dirty="0"/>
          </a:p>
          <a:p>
            <a:r>
              <a:rPr lang="en-US" baseline="0" dirty="0"/>
              <a:t>Cloud</a:t>
            </a:r>
          </a:p>
          <a:p>
            <a:r>
              <a:rPr lang="en-US" baseline="0" dirty="0" err="1"/>
              <a:t>IoT</a:t>
            </a:r>
            <a:endParaRPr lang="en-US" baseline="0" dirty="0"/>
          </a:p>
          <a:p>
            <a:r>
              <a:rPr lang="en-US" baseline="0" dirty="0"/>
              <a:t>Average Joe</a:t>
            </a:r>
          </a:p>
          <a:p>
            <a:r>
              <a:rPr lang="en-US" baseline="0" dirty="0"/>
              <a:t>Ease of Use</a:t>
            </a:r>
          </a:p>
          <a:p>
            <a:r>
              <a:rPr lang="en-US" baseline="0" dirty="0"/>
              <a:t>Community</a:t>
            </a:r>
          </a:p>
          <a:p>
            <a:r>
              <a:rPr lang="en-US" baseline="0" dirty="0"/>
              <a:t>Openfire</a:t>
            </a:r>
          </a:p>
          <a:p>
            <a:r>
              <a:rPr lang="en-US" baseline="0" dirty="0"/>
              <a:t>Internet service provider</a:t>
            </a:r>
          </a:p>
          <a:p>
            <a:r>
              <a:rPr lang="en-US" baseline="0" dirty="0"/>
              <a:t>Gateway</a:t>
            </a:r>
          </a:p>
          <a:p>
            <a:r>
              <a:rPr lang="en-US" baseline="0" dirty="0"/>
              <a:t>Router</a:t>
            </a:r>
          </a:p>
          <a:p>
            <a:r>
              <a:rPr lang="en-US" baseline="0" dirty="0"/>
              <a:t>Story:</a:t>
            </a:r>
          </a:p>
          <a:p>
            <a:r>
              <a:rPr lang="en-US" baseline="0" dirty="0" err="1"/>
              <a:t>Inteno</a:t>
            </a:r>
            <a:r>
              <a:rPr lang="en-US" baseline="0" dirty="0"/>
              <a:t> has a decade of experience with the connected home, 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5 years ago, </a:t>
            </a:r>
            <a:r>
              <a:rPr lang="en-US" baseline="0" dirty="0" err="1"/>
              <a:t>inteno</a:t>
            </a:r>
            <a:r>
              <a:rPr lang="en-US" baseline="0" dirty="0"/>
              <a:t> started development of their own software platform for gateways enabled with </a:t>
            </a:r>
            <a:r>
              <a:rPr lang="en-US" baseline="0" dirty="0" err="1"/>
              <a:t>OpenWRT</a:t>
            </a:r>
            <a:r>
              <a:rPr lang="en-US" baseline="0" dirty="0"/>
              <a:t>.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At that time everyone already had smart phones and everyone was already used to download and install new applications.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With the abilities of a an always on device in the home it is clear that new services would be possible like: Remote home storage access, parental control, </a:t>
            </a:r>
            <a:r>
              <a:rPr lang="en-US" baseline="0" dirty="0" err="1"/>
              <a:t>Wifi</a:t>
            </a:r>
            <a:r>
              <a:rPr lang="en-US" baseline="0" dirty="0"/>
              <a:t> management, Security service, smart home, DLNA server,..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Making it convenient and easy to use for average joe is less obvious. 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That’s why we connected </a:t>
            </a:r>
            <a:r>
              <a:rPr lang="en-US" baseline="0" dirty="0" err="1"/>
              <a:t>openwrt</a:t>
            </a:r>
            <a:r>
              <a:rPr lang="en-US" baseline="0" dirty="0"/>
              <a:t> to the cloud so that it can manage the libraries and configuration needed to offer the experience the user expects.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You just want to start a security service app on your phone while in the background the right libraries and configuration is installed on the devices connected to your account.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This what </a:t>
            </a:r>
            <a:r>
              <a:rPr lang="en-US" baseline="0" dirty="0" err="1"/>
              <a:t>inteno</a:t>
            </a:r>
            <a:r>
              <a:rPr lang="en-US" baseline="0" dirty="0"/>
              <a:t> has build, a software platform that facilitates the installation and management of services on </a:t>
            </a:r>
            <a:r>
              <a:rPr lang="en-US" baseline="0" dirty="0" err="1"/>
              <a:t>openWRT</a:t>
            </a:r>
            <a:r>
              <a:rPr lang="en-US" baseline="0" dirty="0"/>
              <a:t> enabled devices. 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This in the same way we use the application store of Android or iOS for our smart phones.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CA31A5-D6D7-46CB-9DCC-B163808DB404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20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6"/>
          <p:cNvSpPr/>
          <p:nvPr/>
        </p:nvSpPr>
        <p:spPr>
          <a:xfrm>
            <a:off x="0" y="0"/>
            <a:ext cx="12192000" cy="4891088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9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5" name="Bildobjekt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" y="3730625"/>
            <a:ext cx="2803525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ubrik 9"/>
          <p:cNvSpPr>
            <a:spLocks noGrp="1"/>
          </p:cNvSpPr>
          <p:nvPr>
            <p:ph type="title"/>
          </p:nvPr>
        </p:nvSpPr>
        <p:spPr>
          <a:xfrm>
            <a:off x="852677" y="5609560"/>
            <a:ext cx="10528768" cy="675353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4000"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format</a:t>
            </a:r>
            <a:endParaRPr lang="sv-SE" dirty="0"/>
          </a:p>
        </p:txBody>
      </p:sp>
      <p:sp>
        <p:nvSpPr>
          <p:cNvPr id="24" name="Underrubrik 2"/>
          <p:cNvSpPr>
            <a:spLocks noGrp="1"/>
          </p:cNvSpPr>
          <p:nvPr>
            <p:ph type="subTitle" idx="1"/>
          </p:nvPr>
        </p:nvSpPr>
        <p:spPr>
          <a:xfrm>
            <a:off x="823813" y="5292037"/>
            <a:ext cx="10537937" cy="2501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800" b="1"/>
            </a:lvl1pPr>
            <a:lvl2pPr marL="457147" indent="0" algn="ctr">
              <a:buNone/>
              <a:defRPr sz="2100"/>
            </a:lvl2pPr>
            <a:lvl3pPr marL="914294" indent="0" algn="ctr">
              <a:buNone/>
              <a:defRPr sz="1900"/>
            </a:lvl3pPr>
            <a:lvl4pPr marL="1371442" indent="0" algn="ctr">
              <a:buNone/>
              <a:defRPr sz="1500"/>
            </a:lvl4pPr>
            <a:lvl5pPr marL="1828590" indent="0" algn="ctr">
              <a:buNone/>
              <a:defRPr sz="1500"/>
            </a:lvl5pPr>
            <a:lvl6pPr marL="2285738" indent="0" algn="ctr">
              <a:buNone/>
              <a:defRPr sz="1500"/>
            </a:lvl6pPr>
            <a:lvl7pPr marL="2742885" indent="0" algn="ctr">
              <a:buNone/>
              <a:defRPr sz="1500"/>
            </a:lvl7pPr>
            <a:lvl8pPr marL="3200033" indent="0" algn="ctr">
              <a:buNone/>
              <a:defRPr sz="1500"/>
            </a:lvl8pPr>
            <a:lvl9pPr marL="3657179" indent="0" algn="ctr">
              <a:buNone/>
              <a:defRPr sz="1500"/>
            </a:lvl9pPr>
          </a:lstStyle>
          <a:p>
            <a:r>
              <a:rPr lang="sv-SE"/>
              <a:t>Klicka här för att ändra format på underrubrik i bakgrunden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594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bild">
    <p:bg>
      <p:bgPr>
        <a:gradFill rotWithShape="1">
          <a:gsLst>
            <a:gs pos="0">
              <a:srgbClr val="FFFFFF"/>
            </a:gs>
            <a:gs pos="41000">
              <a:srgbClr val="D22432"/>
            </a:gs>
            <a:gs pos="100000">
              <a:srgbClr val="D22432"/>
            </a:gs>
          </a:gsLst>
          <a:lin ang="3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823913"/>
            <a:ext cx="4010025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ubrik 9"/>
          <p:cNvSpPr>
            <a:spLocks noGrp="1"/>
          </p:cNvSpPr>
          <p:nvPr>
            <p:ph type="title"/>
          </p:nvPr>
        </p:nvSpPr>
        <p:spPr>
          <a:xfrm>
            <a:off x="852677" y="5609560"/>
            <a:ext cx="10528768" cy="675353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sv-SE"/>
              <a:t>Klicka här för att ändra format</a:t>
            </a:r>
            <a:endParaRPr lang="sv-SE" dirty="0"/>
          </a:p>
        </p:txBody>
      </p:sp>
      <p:sp>
        <p:nvSpPr>
          <p:cNvPr id="22" name="Underrubrik 2"/>
          <p:cNvSpPr>
            <a:spLocks noGrp="1"/>
          </p:cNvSpPr>
          <p:nvPr>
            <p:ph type="subTitle" idx="1"/>
          </p:nvPr>
        </p:nvSpPr>
        <p:spPr>
          <a:xfrm>
            <a:off x="823813" y="5292037"/>
            <a:ext cx="10537937" cy="2501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800" b="1"/>
            </a:lvl1pPr>
            <a:lvl2pPr marL="457147" indent="0" algn="ctr">
              <a:buNone/>
              <a:defRPr sz="2100"/>
            </a:lvl2pPr>
            <a:lvl3pPr marL="914294" indent="0" algn="ctr">
              <a:buNone/>
              <a:defRPr sz="1900"/>
            </a:lvl3pPr>
            <a:lvl4pPr marL="1371442" indent="0" algn="ctr">
              <a:buNone/>
              <a:defRPr sz="1500"/>
            </a:lvl4pPr>
            <a:lvl5pPr marL="1828590" indent="0" algn="ctr">
              <a:buNone/>
              <a:defRPr sz="1500"/>
            </a:lvl5pPr>
            <a:lvl6pPr marL="2285738" indent="0" algn="ctr">
              <a:buNone/>
              <a:defRPr sz="1500"/>
            </a:lvl6pPr>
            <a:lvl7pPr marL="2742885" indent="0" algn="ctr">
              <a:buNone/>
              <a:defRPr sz="1500"/>
            </a:lvl7pPr>
            <a:lvl8pPr marL="3200033" indent="0" algn="ctr">
              <a:buNone/>
              <a:defRPr sz="1500"/>
            </a:lvl8pPr>
            <a:lvl9pPr marL="3657179" indent="0" algn="ctr">
              <a:buNone/>
              <a:defRPr sz="1500"/>
            </a:lvl9pPr>
          </a:lstStyle>
          <a:p>
            <a:r>
              <a:rPr lang="sv-SE"/>
              <a:t>Klicka här för att ändra format på underrubrik i bakgrunden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554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ubrik 9"/>
          <p:cNvSpPr>
            <a:spLocks noGrp="1"/>
          </p:cNvSpPr>
          <p:nvPr>
            <p:ph type="title"/>
          </p:nvPr>
        </p:nvSpPr>
        <p:spPr>
          <a:xfrm>
            <a:off x="852677" y="5609560"/>
            <a:ext cx="10528768" cy="675353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4000"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format</a:t>
            </a:r>
            <a:endParaRPr lang="sv-SE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/>
          </p:nvPr>
        </p:nvSpPr>
        <p:spPr>
          <a:xfrm>
            <a:off x="823813" y="5292037"/>
            <a:ext cx="10537937" cy="2501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800" b="1"/>
            </a:lvl1pPr>
            <a:lvl2pPr marL="457147" indent="0" algn="ctr">
              <a:buNone/>
              <a:defRPr sz="2100"/>
            </a:lvl2pPr>
            <a:lvl3pPr marL="914294" indent="0" algn="ctr">
              <a:buNone/>
              <a:defRPr sz="1900"/>
            </a:lvl3pPr>
            <a:lvl4pPr marL="1371442" indent="0" algn="ctr">
              <a:buNone/>
              <a:defRPr sz="1500"/>
            </a:lvl4pPr>
            <a:lvl5pPr marL="1828590" indent="0" algn="ctr">
              <a:buNone/>
              <a:defRPr sz="1500"/>
            </a:lvl5pPr>
            <a:lvl6pPr marL="2285738" indent="0" algn="ctr">
              <a:buNone/>
              <a:defRPr sz="1500"/>
            </a:lvl6pPr>
            <a:lvl7pPr marL="2742885" indent="0" algn="ctr">
              <a:buNone/>
              <a:defRPr sz="1500"/>
            </a:lvl7pPr>
            <a:lvl8pPr marL="3200033" indent="0" algn="ctr">
              <a:buNone/>
              <a:defRPr sz="1500"/>
            </a:lvl8pPr>
            <a:lvl9pPr marL="3657179" indent="0" algn="ctr">
              <a:buNone/>
              <a:defRPr sz="1500"/>
            </a:lvl9pPr>
          </a:lstStyle>
          <a:p>
            <a:r>
              <a:rPr lang="sv-SE"/>
              <a:t>Klicka här för att ändra format på underrubrik i bakgrunden</a:t>
            </a:r>
            <a:endParaRPr lang="en-US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294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>
                    <a:tint val="75000"/>
                  </a:srgb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97A245-70C6-4F04-AF45-2A847AE89ADF}" type="slidenum">
              <a:rPr lang="sv-SE" altLang="en-US"/>
              <a:pPr/>
              <a:t>‹#›</a:t>
            </a:fld>
            <a:endParaRPr lang="sv-SE" altLang="en-US"/>
          </a:p>
        </p:txBody>
      </p:sp>
    </p:spTree>
    <p:extLst>
      <p:ext uri="{BB962C8B-B14F-4D97-AF65-F5344CB8AC3E}">
        <p14:creationId xmlns:p14="http://schemas.microsoft.com/office/powerpoint/2010/main" val="234466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6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9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5" name="Bildobjekt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5925" y="160338"/>
            <a:ext cx="13620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ubrik 9"/>
          <p:cNvSpPr>
            <a:spLocks noGrp="1"/>
          </p:cNvSpPr>
          <p:nvPr>
            <p:ph type="title"/>
          </p:nvPr>
        </p:nvSpPr>
        <p:spPr>
          <a:xfrm>
            <a:off x="852677" y="5609560"/>
            <a:ext cx="10528768" cy="675353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4000"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format</a:t>
            </a:r>
            <a:endParaRPr lang="sv-SE" dirty="0"/>
          </a:p>
        </p:txBody>
      </p:sp>
      <p:sp>
        <p:nvSpPr>
          <p:cNvPr id="18" name="Underrubrik 2"/>
          <p:cNvSpPr>
            <a:spLocks noGrp="1"/>
          </p:cNvSpPr>
          <p:nvPr>
            <p:ph type="subTitle" idx="1"/>
          </p:nvPr>
        </p:nvSpPr>
        <p:spPr>
          <a:xfrm>
            <a:off x="823813" y="5292037"/>
            <a:ext cx="10537937" cy="2501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800" b="1"/>
            </a:lvl1pPr>
            <a:lvl2pPr marL="457147" indent="0" algn="ctr">
              <a:buNone/>
              <a:defRPr sz="2100"/>
            </a:lvl2pPr>
            <a:lvl3pPr marL="914294" indent="0" algn="ctr">
              <a:buNone/>
              <a:defRPr sz="1900"/>
            </a:lvl3pPr>
            <a:lvl4pPr marL="1371442" indent="0" algn="ctr">
              <a:buNone/>
              <a:defRPr sz="1500"/>
            </a:lvl4pPr>
            <a:lvl5pPr marL="1828590" indent="0" algn="ctr">
              <a:buNone/>
              <a:defRPr sz="1500"/>
            </a:lvl5pPr>
            <a:lvl6pPr marL="2285738" indent="0" algn="ctr">
              <a:buNone/>
              <a:defRPr sz="1500"/>
            </a:lvl6pPr>
            <a:lvl7pPr marL="2742885" indent="0" algn="ctr">
              <a:buNone/>
              <a:defRPr sz="1500"/>
            </a:lvl7pPr>
            <a:lvl8pPr marL="3200033" indent="0" algn="ctr">
              <a:buNone/>
              <a:defRPr sz="1500"/>
            </a:lvl8pPr>
            <a:lvl9pPr marL="3657179" indent="0" algn="ctr">
              <a:buNone/>
              <a:defRPr sz="1500"/>
            </a:lvl9pPr>
          </a:lstStyle>
          <a:p>
            <a:r>
              <a:rPr lang="sv-SE"/>
              <a:t>Klicka här för att ändra format på underrubrik i bakgrunden</a:t>
            </a:r>
            <a:endParaRPr lang="en-US" dirty="0"/>
          </a:p>
        </p:txBody>
      </p:sp>
      <p:sp>
        <p:nvSpPr>
          <p:cNvPr id="6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defTabSz="912813" fontAlgn="base">
              <a:spcBef>
                <a:spcPct val="0"/>
              </a:spcBef>
              <a:spcAft>
                <a:spcPct val="0"/>
              </a:spcAft>
              <a:defRPr smtClean="0">
                <a:solidFill>
                  <a:srgbClr val="898989"/>
                </a:solidFill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D5BFA20E-947E-4541-9425-7929D9388720}" type="datetimeFigureOut">
              <a:rPr lang="en-US" altLang="en-US"/>
              <a:pPr>
                <a:defRPr/>
              </a:pPr>
              <a:t>10/11/2016</a:t>
            </a:fld>
            <a:endParaRPr lang="en-US" altLang="en-US"/>
          </a:p>
        </p:txBody>
      </p:sp>
      <p:sp>
        <p:nvSpPr>
          <p:cNvPr id="7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294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14746-8F9E-48ED-9EB5-A87B9B5AB3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624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6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9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3" name="Bildobjekt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5925" y="160338"/>
            <a:ext cx="13620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9382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6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9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4" name="Bildobjekt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5925" y="160338"/>
            <a:ext cx="13620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Underrubrik 2"/>
          <p:cNvSpPr>
            <a:spLocks noGrp="1"/>
          </p:cNvSpPr>
          <p:nvPr>
            <p:ph type="subTitle" idx="1"/>
          </p:nvPr>
        </p:nvSpPr>
        <p:spPr>
          <a:xfrm>
            <a:off x="454813" y="815152"/>
            <a:ext cx="11275937" cy="5148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/>
            </a:lvl1pPr>
            <a:lvl2pPr marL="457147" indent="0" algn="ctr">
              <a:buNone/>
              <a:defRPr sz="2100"/>
            </a:lvl2pPr>
            <a:lvl3pPr marL="914294" indent="0" algn="ctr">
              <a:buNone/>
              <a:defRPr sz="1900"/>
            </a:lvl3pPr>
            <a:lvl4pPr marL="1371442" indent="0" algn="ctr">
              <a:buNone/>
              <a:defRPr sz="1500"/>
            </a:lvl4pPr>
            <a:lvl5pPr marL="1828590" indent="0" algn="ctr">
              <a:buNone/>
              <a:defRPr sz="1500"/>
            </a:lvl5pPr>
            <a:lvl6pPr marL="2285738" indent="0" algn="ctr">
              <a:buNone/>
              <a:defRPr sz="1500"/>
            </a:lvl6pPr>
            <a:lvl7pPr marL="2742885" indent="0" algn="ctr">
              <a:buNone/>
              <a:defRPr sz="1500"/>
            </a:lvl7pPr>
            <a:lvl8pPr marL="3200033" indent="0" algn="ctr">
              <a:buNone/>
              <a:defRPr sz="1500"/>
            </a:lvl8pPr>
            <a:lvl9pPr marL="3657179" indent="0" algn="ctr">
              <a:buNone/>
              <a:defRPr sz="1500"/>
            </a:lvl9pPr>
          </a:lstStyle>
          <a:p>
            <a:r>
              <a:rPr lang="sv-SE"/>
              <a:t>Klicka här för att ändra format på underrubrik i bakgrunden</a:t>
            </a:r>
            <a:endParaRPr lang="en-US" dirty="0"/>
          </a:p>
        </p:txBody>
      </p:sp>
      <p:sp>
        <p:nvSpPr>
          <p:cNvPr id="5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294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>
                    <a:tint val="75000"/>
                  </a:srgb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1D8B0F-4D42-487F-9560-662A4F8EB947}" type="slidenum">
              <a:rPr lang="sv-SE" altLang="en-US"/>
              <a:pPr/>
              <a:t>‹#›</a:t>
            </a:fld>
            <a:endParaRPr lang="sv-SE" altLang="en-US"/>
          </a:p>
        </p:txBody>
      </p:sp>
    </p:spTree>
    <p:extLst>
      <p:ext uri="{BB962C8B-B14F-4D97-AF65-F5344CB8AC3E}">
        <p14:creationId xmlns:p14="http://schemas.microsoft.com/office/powerpoint/2010/main" val="3476894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6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9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5" name="Bildobjekt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5925" y="160338"/>
            <a:ext cx="13620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454813" y="1673207"/>
            <a:ext cx="11275938" cy="45037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latin typeface="+mn-lt"/>
                <a:cs typeface="Arial"/>
              </a:defRPr>
            </a:lvl1pPr>
            <a:lvl2pPr>
              <a:defRPr sz="1200">
                <a:latin typeface="+mn-lt"/>
                <a:cs typeface="Arial"/>
              </a:defRPr>
            </a:lvl2pPr>
            <a:lvl3pPr>
              <a:defRPr sz="1200">
                <a:latin typeface="+mn-lt"/>
                <a:cs typeface="Arial"/>
              </a:defRPr>
            </a:lvl3pPr>
            <a:lvl4pPr>
              <a:defRPr sz="1100">
                <a:latin typeface="+mn-lt"/>
                <a:cs typeface="Arial"/>
              </a:defRPr>
            </a:lvl4pPr>
            <a:lvl5pPr>
              <a:defRPr sz="1100">
                <a:latin typeface="+mn-lt"/>
                <a:cs typeface="Arial"/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2" name="Underrubrik 2"/>
          <p:cNvSpPr>
            <a:spLocks noGrp="1"/>
          </p:cNvSpPr>
          <p:nvPr>
            <p:ph type="subTitle" idx="13"/>
          </p:nvPr>
        </p:nvSpPr>
        <p:spPr>
          <a:xfrm>
            <a:off x="454813" y="815152"/>
            <a:ext cx="11275937" cy="5148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/>
            </a:lvl1pPr>
            <a:lvl2pPr marL="457147" indent="0" algn="ctr">
              <a:buNone/>
              <a:defRPr sz="2100"/>
            </a:lvl2pPr>
            <a:lvl3pPr marL="914294" indent="0" algn="ctr">
              <a:buNone/>
              <a:defRPr sz="1900"/>
            </a:lvl3pPr>
            <a:lvl4pPr marL="1371442" indent="0" algn="ctr">
              <a:buNone/>
              <a:defRPr sz="1500"/>
            </a:lvl4pPr>
            <a:lvl5pPr marL="1828590" indent="0" algn="ctr">
              <a:buNone/>
              <a:defRPr sz="1500"/>
            </a:lvl5pPr>
            <a:lvl6pPr marL="2285738" indent="0" algn="ctr">
              <a:buNone/>
              <a:defRPr sz="1500"/>
            </a:lvl6pPr>
            <a:lvl7pPr marL="2742885" indent="0" algn="ctr">
              <a:buNone/>
              <a:defRPr sz="1500"/>
            </a:lvl7pPr>
            <a:lvl8pPr marL="3200033" indent="0" algn="ctr">
              <a:buNone/>
              <a:defRPr sz="1500"/>
            </a:lvl8pPr>
            <a:lvl9pPr marL="3657179" indent="0" algn="ctr">
              <a:buNone/>
              <a:defRPr sz="1500"/>
            </a:lvl9pPr>
          </a:lstStyle>
          <a:p>
            <a:r>
              <a:rPr lang="sv-SE"/>
              <a:t>Klicka här för att ändra format på underrubrik i bakgrunden</a:t>
            </a:r>
            <a:endParaRPr lang="en-US" dirty="0"/>
          </a:p>
        </p:txBody>
      </p:sp>
      <p:sp>
        <p:nvSpPr>
          <p:cNvPr id="6" name="Platshållare för datum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latin typeface="+mn-lt"/>
                <a:cs typeface="Arial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sidfot 4"/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 defTabSz="914294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>
                    <a:tint val="75000"/>
                  </a:srgbClr>
                </a:solidFill>
                <a:latin typeface="+mn-lt"/>
                <a:ea typeface="+mn-ea"/>
                <a:cs typeface="Arial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fld id="{550EB62B-3B8D-4B0F-B694-BDE22D8552C8}" type="slidenum">
              <a:rPr lang="sv-SE" altLang="en-US"/>
              <a:pPr/>
              <a:t>‹#›</a:t>
            </a:fld>
            <a:endParaRPr lang="sv-SE" altLang="en-US"/>
          </a:p>
        </p:txBody>
      </p:sp>
    </p:spTree>
    <p:extLst>
      <p:ext uri="{BB962C8B-B14F-4D97-AF65-F5344CB8AC3E}">
        <p14:creationId xmlns:p14="http://schemas.microsoft.com/office/powerpoint/2010/main" val="221866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6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9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6" name="Bildobjekt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5925" y="160338"/>
            <a:ext cx="13620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454813" y="1673207"/>
            <a:ext cx="5564988" cy="452092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1" y="1673207"/>
            <a:ext cx="5558550" cy="452092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2" name="Underrubrik 2"/>
          <p:cNvSpPr>
            <a:spLocks noGrp="1"/>
          </p:cNvSpPr>
          <p:nvPr>
            <p:ph type="subTitle" idx="13"/>
          </p:nvPr>
        </p:nvSpPr>
        <p:spPr>
          <a:xfrm>
            <a:off x="454813" y="815152"/>
            <a:ext cx="11275937" cy="5148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/>
            </a:lvl1pPr>
            <a:lvl2pPr marL="457147" indent="0" algn="ctr">
              <a:buNone/>
              <a:defRPr sz="2100"/>
            </a:lvl2pPr>
            <a:lvl3pPr marL="914294" indent="0" algn="ctr">
              <a:buNone/>
              <a:defRPr sz="1900"/>
            </a:lvl3pPr>
            <a:lvl4pPr marL="1371442" indent="0" algn="ctr">
              <a:buNone/>
              <a:defRPr sz="1500"/>
            </a:lvl4pPr>
            <a:lvl5pPr marL="1828590" indent="0" algn="ctr">
              <a:buNone/>
              <a:defRPr sz="1500"/>
            </a:lvl5pPr>
            <a:lvl6pPr marL="2285738" indent="0" algn="ctr">
              <a:buNone/>
              <a:defRPr sz="1500"/>
            </a:lvl6pPr>
            <a:lvl7pPr marL="2742885" indent="0" algn="ctr">
              <a:buNone/>
              <a:defRPr sz="1500"/>
            </a:lvl7pPr>
            <a:lvl8pPr marL="3200033" indent="0" algn="ctr">
              <a:buNone/>
              <a:defRPr sz="1500"/>
            </a:lvl8pPr>
            <a:lvl9pPr marL="3657179" indent="0" algn="ctr">
              <a:buNone/>
              <a:defRPr sz="1500"/>
            </a:lvl9pPr>
          </a:lstStyle>
          <a:p>
            <a:r>
              <a:rPr lang="sv-SE"/>
              <a:t>Klicka här för att ändra format på underrubrik i bakgrunden</a:t>
            </a:r>
            <a:endParaRPr lang="en-US" dirty="0"/>
          </a:p>
        </p:txBody>
      </p:sp>
      <p:sp>
        <p:nvSpPr>
          <p:cNvPr id="7" name="Platshållare för datum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sidfot 5"/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 defTabSz="914294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>
                    <a:tint val="75000"/>
                  </a:srgb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" name="Platshållare för bildnumm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C7E6AA2E-3702-4E83-BCEF-0B2F8EC4DD36}" type="slidenum">
              <a:rPr lang="sv-SE" altLang="en-US"/>
              <a:pPr/>
              <a:t>‹#›</a:t>
            </a:fld>
            <a:endParaRPr lang="sv-SE" altLang="en-US"/>
          </a:p>
        </p:txBody>
      </p:sp>
    </p:spTree>
    <p:extLst>
      <p:ext uri="{BB962C8B-B14F-4D97-AF65-F5344CB8AC3E}">
        <p14:creationId xmlns:p14="http://schemas.microsoft.com/office/powerpoint/2010/main" val="338219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9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5925" y="160338"/>
            <a:ext cx="13620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4813" y="1681163"/>
            <a:ext cx="5542765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147" indent="0">
              <a:buNone/>
              <a:defRPr sz="2100" b="1"/>
            </a:lvl2pPr>
            <a:lvl3pPr marL="914294" indent="0">
              <a:buNone/>
              <a:defRPr sz="1900" b="1"/>
            </a:lvl3pPr>
            <a:lvl4pPr marL="1371442" indent="0">
              <a:buNone/>
              <a:defRPr sz="1500" b="1"/>
            </a:lvl4pPr>
            <a:lvl5pPr marL="1828590" indent="0">
              <a:buNone/>
              <a:defRPr sz="1500" b="1"/>
            </a:lvl5pPr>
            <a:lvl6pPr marL="2285738" indent="0">
              <a:buNone/>
              <a:defRPr sz="1500" b="1"/>
            </a:lvl6pPr>
            <a:lvl7pPr marL="2742885" indent="0">
              <a:buNone/>
              <a:defRPr sz="1500" b="1"/>
            </a:lvl7pPr>
            <a:lvl8pPr marL="3200033" indent="0">
              <a:buNone/>
              <a:defRPr sz="1500" b="1"/>
            </a:lvl8pPr>
            <a:lvl9pPr marL="3657179" indent="0">
              <a:buNone/>
              <a:defRPr sz="1500" b="1"/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4813" y="2505078"/>
            <a:ext cx="5542765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558549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147" indent="0">
              <a:buNone/>
              <a:defRPr sz="2100" b="1"/>
            </a:lvl2pPr>
            <a:lvl3pPr marL="914294" indent="0">
              <a:buNone/>
              <a:defRPr sz="1900" b="1"/>
            </a:lvl3pPr>
            <a:lvl4pPr marL="1371442" indent="0">
              <a:buNone/>
              <a:defRPr sz="1500" b="1"/>
            </a:lvl4pPr>
            <a:lvl5pPr marL="1828590" indent="0">
              <a:buNone/>
              <a:defRPr sz="1500" b="1"/>
            </a:lvl5pPr>
            <a:lvl6pPr marL="2285738" indent="0">
              <a:buNone/>
              <a:defRPr sz="1500" b="1"/>
            </a:lvl6pPr>
            <a:lvl7pPr marL="2742885" indent="0">
              <a:buNone/>
              <a:defRPr sz="1500" b="1"/>
            </a:lvl7pPr>
            <a:lvl8pPr marL="3200033" indent="0">
              <a:buNone/>
              <a:defRPr sz="1500" b="1"/>
            </a:lvl8pPr>
            <a:lvl9pPr marL="3657179" indent="0">
              <a:buNone/>
              <a:defRPr sz="1500" b="1"/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2" y="2505078"/>
            <a:ext cx="5558549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4" name="Underrubrik 2"/>
          <p:cNvSpPr>
            <a:spLocks noGrp="1"/>
          </p:cNvSpPr>
          <p:nvPr>
            <p:ph type="subTitle" idx="13"/>
          </p:nvPr>
        </p:nvSpPr>
        <p:spPr>
          <a:xfrm>
            <a:off x="454813" y="815152"/>
            <a:ext cx="11275937" cy="5148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/>
            </a:lvl1pPr>
            <a:lvl2pPr marL="457147" indent="0" algn="ctr">
              <a:buNone/>
              <a:defRPr sz="2100"/>
            </a:lvl2pPr>
            <a:lvl3pPr marL="914294" indent="0" algn="ctr">
              <a:buNone/>
              <a:defRPr sz="1900"/>
            </a:lvl3pPr>
            <a:lvl4pPr marL="1371442" indent="0" algn="ctr">
              <a:buNone/>
              <a:defRPr sz="1500"/>
            </a:lvl4pPr>
            <a:lvl5pPr marL="1828590" indent="0" algn="ctr">
              <a:buNone/>
              <a:defRPr sz="1500"/>
            </a:lvl5pPr>
            <a:lvl6pPr marL="2285738" indent="0" algn="ctr">
              <a:buNone/>
              <a:defRPr sz="1500"/>
            </a:lvl6pPr>
            <a:lvl7pPr marL="2742885" indent="0" algn="ctr">
              <a:buNone/>
              <a:defRPr sz="1500"/>
            </a:lvl7pPr>
            <a:lvl8pPr marL="3200033" indent="0" algn="ctr">
              <a:buNone/>
              <a:defRPr sz="1500"/>
            </a:lvl8pPr>
            <a:lvl9pPr marL="3657179" indent="0" algn="ctr">
              <a:buNone/>
              <a:defRPr sz="1500"/>
            </a:lvl9pPr>
          </a:lstStyle>
          <a:p>
            <a:r>
              <a:rPr lang="sv-SE"/>
              <a:t>Klicka här för att ändra format på underrubrik i bakgrunden</a:t>
            </a:r>
            <a:endParaRPr lang="en-US" dirty="0"/>
          </a:p>
        </p:txBody>
      </p:sp>
      <p:sp>
        <p:nvSpPr>
          <p:cNvPr id="9" name="Platshållare för datum 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10" name="Platshållare för sidfot 7"/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 defTabSz="914294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>
                    <a:tint val="75000"/>
                  </a:srgb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11" name="Platshållare för bildnumm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47094CD2-8D55-4324-BA11-6EC72AB3ACC0}" type="slidenum">
              <a:rPr lang="sv-SE" altLang="en-US"/>
              <a:pPr/>
              <a:t>‹#›</a:t>
            </a:fld>
            <a:endParaRPr lang="sv-SE" altLang="en-US"/>
          </a:p>
        </p:txBody>
      </p:sp>
    </p:spTree>
    <p:extLst>
      <p:ext uri="{BB962C8B-B14F-4D97-AF65-F5344CB8AC3E}">
        <p14:creationId xmlns:p14="http://schemas.microsoft.com/office/powerpoint/2010/main" val="4187594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6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9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6" name="Bildobjekt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5925" y="160338"/>
            <a:ext cx="13620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96" y="815152"/>
            <a:ext cx="6530392" cy="50459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4813" y="1673206"/>
            <a:ext cx="4317221" cy="41957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147" indent="0">
              <a:buNone/>
              <a:defRPr sz="1500"/>
            </a:lvl2pPr>
            <a:lvl3pPr marL="914294" indent="0">
              <a:buNone/>
              <a:defRPr sz="1200"/>
            </a:lvl3pPr>
            <a:lvl4pPr marL="1371442" indent="0">
              <a:buNone/>
              <a:defRPr sz="1200"/>
            </a:lvl4pPr>
            <a:lvl5pPr marL="1828590" indent="0">
              <a:buNone/>
              <a:defRPr sz="1200"/>
            </a:lvl5pPr>
            <a:lvl6pPr marL="2285738" indent="0">
              <a:buNone/>
              <a:defRPr sz="1200"/>
            </a:lvl6pPr>
            <a:lvl7pPr marL="2742885" indent="0">
              <a:buNone/>
              <a:defRPr sz="1200"/>
            </a:lvl7pPr>
            <a:lvl8pPr marL="3200033" indent="0">
              <a:buNone/>
              <a:defRPr sz="1200"/>
            </a:lvl8pPr>
            <a:lvl9pPr marL="3657179" indent="0">
              <a:buNone/>
              <a:defRPr sz="1200"/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2" name="Underrubrik 2"/>
          <p:cNvSpPr>
            <a:spLocks noGrp="1"/>
          </p:cNvSpPr>
          <p:nvPr>
            <p:ph type="subTitle" idx="13"/>
          </p:nvPr>
        </p:nvSpPr>
        <p:spPr>
          <a:xfrm>
            <a:off x="454814" y="815152"/>
            <a:ext cx="4316435" cy="5148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/>
            </a:lvl1pPr>
            <a:lvl2pPr marL="457147" indent="0" algn="ctr">
              <a:buNone/>
              <a:defRPr sz="2100"/>
            </a:lvl2pPr>
            <a:lvl3pPr marL="914294" indent="0" algn="ctr">
              <a:buNone/>
              <a:defRPr sz="1900"/>
            </a:lvl3pPr>
            <a:lvl4pPr marL="1371442" indent="0" algn="ctr">
              <a:buNone/>
              <a:defRPr sz="1500"/>
            </a:lvl4pPr>
            <a:lvl5pPr marL="1828590" indent="0" algn="ctr">
              <a:buNone/>
              <a:defRPr sz="1500"/>
            </a:lvl5pPr>
            <a:lvl6pPr marL="2285738" indent="0" algn="ctr">
              <a:buNone/>
              <a:defRPr sz="1500"/>
            </a:lvl6pPr>
            <a:lvl7pPr marL="2742885" indent="0" algn="ctr">
              <a:buNone/>
              <a:defRPr sz="1500"/>
            </a:lvl7pPr>
            <a:lvl8pPr marL="3200033" indent="0" algn="ctr">
              <a:buNone/>
              <a:defRPr sz="1500"/>
            </a:lvl8pPr>
            <a:lvl9pPr marL="3657179" indent="0" algn="ctr">
              <a:buNone/>
              <a:defRPr sz="1500"/>
            </a:lvl9pPr>
          </a:lstStyle>
          <a:p>
            <a:r>
              <a:rPr lang="sv-SE"/>
              <a:t>Klicka här för att ändra format på underrubrik i bakgrunden</a:t>
            </a:r>
            <a:endParaRPr lang="en-US" dirty="0"/>
          </a:p>
        </p:txBody>
      </p:sp>
      <p:sp>
        <p:nvSpPr>
          <p:cNvPr id="7" name="Platshållare för datum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sidfot 5"/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 defTabSz="914294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>
                    <a:tint val="75000"/>
                  </a:srgb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" name="Platshållare för bildnumm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BDFB6251-3E79-427C-84A9-2E4F7CA05C2D}" type="slidenum">
              <a:rPr lang="sv-SE" altLang="en-US"/>
              <a:pPr/>
              <a:t>‹#›</a:t>
            </a:fld>
            <a:endParaRPr lang="sv-SE" altLang="en-US"/>
          </a:p>
        </p:txBody>
      </p:sp>
    </p:spTree>
    <p:extLst>
      <p:ext uri="{BB962C8B-B14F-4D97-AF65-F5344CB8AC3E}">
        <p14:creationId xmlns:p14="http://schemas.microsoft.com/office/powerpoint/2010/main" val="1274842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6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9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6" name="Bildobjekt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5925" y="160338"/>
            <a:ext cx="13620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96" y="815152"/>
            <a:ext cx="6172201" cy="50459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47" indent="0">
              <a:buNone/>
              <a:defRPr sz="2800"/>
            </a:lvl2pPr>
            <a:lvl3pPr marL="914294" indent="0">
              <a:buNone/>
              <a:defRPr sz="2400"/>
            </a:lvl3pPr>
            <a:lvl4pPr marL="1371442" indent="0">
              <a:buNone/>
              <a:defRPr sz="2100"/>
            </a:lvl4pPr>
            <a:lvl5pPr marL="1828590" indent="0">
              <a:buNone/>
              <a:defRPr sz="2100"/>
            </a:lvl5pPr>
            <a:lvl6pPr marL="2285738" indent="0">
              <a:buNone/>
              <a:defRPr sz="2100"/>
            </a:lvl6pPr>
            <a:lvl7pPr marL="2742885" indent="0">
              <a:buNone/>
              <a:defRPr sz="2100"/>
            </a:lvl7pPr>
            <a:lvl8pPr marL="3200033" indent="0">
              <a:buNone/>
              <a:defRPr sz="2100"/>
            </a:lvl8pPr>
            <a:lvl9pPr marL="3657179" indent="0">
              <a:buNone/>
              <a:defRPr sz="2100"/>
            </a:lvl9pPr>
          </a:lstStyle>
          <a:p>
            <a:pPr lvl="0"/>
            <a:endParaRPr lang="sv-SE" noProof="0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4813" y="1673206"/>
            <a:ext cx="4317222" cy="41957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147" indent="0">
              <a:buNone/>
              <a:defRPr sz="1500"/>
            </a:lvl2pPr>
            <a:lvl3pPr marL="914294" indent="0">
              <a:buNone/>
              <a:defRPr sz="1200"/>
            </a:lvl3pPr>
            <a:lvl4pPr marL="1371442" indent="0">
              <a:buNone/>
              <a:defRPr sz="1200"/>
            </a:lvl4pPr>
            <a:lvl5pPr marL="1828590" indent="0">
              <a:buNone/>
              <a:defRPr sz="1200"/>
            </a:lvl5pPr>
            <a:lvl6pPr marL="2285738" indent="0">
              <a:buNone/>
              <a:defRPr sz="1200"/>
            </a:lvl6pPr>
            <a:lvl7pPr marL="2742885" indent="0">
              <a:buNone/>
              <a:defRPr sz="1200"/>
            </a:lvl7pPr>
            <a:lvl8pPr marL="3200033" indent="0">
              <a:buNone/>
              <a:defRPr sz="1200"/>
            </a:lvl8pPr>
            <a:lvl9pPr marL="3657179" indent="0">
              <a:buNone/>
              <a:defRPr sz="1200"/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1" name="Underrubrik 2"/>
          <p:cNvSpPr>
            <a:spLocks noGrp="1"/>
          </p:cNvSpPr>
          <p:nvPr>
            <p:ph type="subTitle" idx="13"/>
          </p:nvPr>
        </p:nvSpPr>
        <p:spPr>
          <a:xfrm>
            <a:off x="454814" y="815152"/>
            <a:ext cx="4316435" cy="5148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/>
            </a:lvl1pPr>
            <a:lvl2pPr marL="457147" indent="0" algn="ctr">
              <a:buNone/>
              <a:defRPr sz="2100"/>
            </a:lvl2pPr>
            <a:lvl3pPr marL="914294" indent="0" algn="ctr">
              <a:buNone/>
              <a:defRPr sz="1900"/>
            </a:lvl3pPr>
            <a:lvl4pPr marL="1371442" indent="0" algn="ctr">
              <a:buNone/>
              <a:defRPr sz="1500"/>
            </a:lvl4pPr>
            <a:lvl5pPr marL="1828590" indent="0" algn="ctr">
              <a:buNone/>
              <a:defRPr sz="1500"/>
            </a:lvl5pPr>
            <a:lvl6pPr marL="2285738" indent="0" algn="ctr">
              <a:buNone/>
              <a:defRPr sz="1500"/>
            </a:lvl6pPr>
            <a:lvl7pPr marL="2742885" indent="0" algn="ctr">
              <a:buNone/>
              <a:defRPr sz="1500"/>
            </a:lvl7pPr>
            <a:lvl8pPr marL="3200033" indent="0" algn="ctr">
              <a:buNone/>
              <a:defRPr sz="1500"/>
            </a:lvl8pPr>
            <a:lvl9pPr marL="3657179" indent="0" algn="ctr">
              <a:buNone/>
              <a:defRPr sz="1500"/>
            </a:lvl9pPr>
          </a:lstStyle>
          <a:p>
            <a:r>
              <a:rPr lang="sv-SE"/>
              <a:t>Klicka här för att ändra format på underrubrik i bakgrunden</a:t>
            </a:r>
            <a:endParaRPr lang="en-US" dirty="0"/>
          </a:p>
        </p:txBody>
      </p:sp>
      <p:sp>
        <p:nvSpPr>
          <p:cNvPr id="7" name="Platshållare för datum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sidfot 5"/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 defTabSz="914294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>
                    <a:tint val="75000"/>
                  </a:srgb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" name="Platshållare för bildnumm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356AEA38-AB09-4059-B7D6-C5D0A88C79C9}" type="slidenum">
              <a:rPr lang="sv-SE" altLang="en-US"/>
              <a:pPr/>
              <a:t>‹#›</a:t>
            </a:fld>
            <a:endParaRPr lang="sv-SE" altLang="en-US"/>
          </a:p>
        </p:txBody>
      </p:sp>
    </p:spTree>
    <p:extLst>
      <p:ext uri="{BB962C8B-B14F-4D97-AF65-F5344CB8AC3E}">
        <p14:creationId xmlns:p14="http://schemas.microsoft.com/office/powerpoint/2010/main" val="2818689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6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9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5" name="Bildobjekt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5925" y="160338"/>
            <a:ext cx="13620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454813" y="1647465"/>
            <a:ext cx="11241611" cy="4529500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0" name="Underrubrik 2"/>
          <p:cNvSpPr>
            <a:spLocks noGrp="1"/>
          </p:cNvSpPr>
          <p:nvPr>
            <p:ph type="subTitle" idx="13"/>
          </p:nvPr>
        </p:nvSpPr>
        <p:spPr>
          <a:xfrm>
            <a:off x="454813" y="815152"/>
            <a:ext cx="11241611" cy="5148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/>
            </a:lvl1pPr>
            <a:lvl2pPr marL="457147" indent="0" algn="ctr">
              <a:buNone/>
              <a:defRPr sz="2100"/>
            </a:lvl2pPr>
            <a:lvl3pPr marL="914294" indent="0" algn="ctr">
              <a:buNone/>
              <a:defRPr sz="1900"/>
            </a:lvl3pPr>
            <a:lvl4pPr marL="1371442" indent="0" algn="ctr">
              <a:buNone/>
              <a:defRPr sz="1500"/>
            </a:lvl4pPr>
            <a:lvl5pPr marL="1828590" indent="0" algn="ctr">
              <a:buNone/>
              <a:defRPr sz="1500"/>
            </a:lvl5pPr>
            <a:lvl6pPr marL="2285738" indent="0" algn="ctr">
              <a:buNone/>
              <a:defRPr sz="1500"/>
            </a:lvl6pPr>
            <a:lvl7pPr marL="2742885" indent="0" algn="ctr">
              <a:buNone/>
              <a:defRPr sz="1500"/>
            </a:lvl7pPr>
            <a:lvl8pPr marL="3200033" indent="0" algn="ctr">
              <a:buNone/>
              <a:defRPr sz="1500"/>
            </a:lvl8pPr>
            <a:lvl9pPr marL="3657179" indent="0" algn="ctr">
              <a:buNone/>
              <a:defRPr sz="1500"/>
            </a:lvl9pPr>
          </a:lstStyle>
          <a:p>
            <a:r>
              <a:rPr lang="sv-SE"/>
              <a:t>Klicka här för att ändra format på underrubrik i bakgrunden</a:t>
            </a:r>
            <a:endParaRPr lang="en-US" dirty="0"/>
          </a:p>
        </p:txBody>
      </p:sp>
      <p:sp>
        <p:nvSpPr>
          <p:cNvPr id="6" name="Platshållare för datum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sidfot 4"/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 defTabSz="914294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>
                    <a:tint val="75000"/>
                  </a:srgb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EF366EA-F197-421D-890E-34D432BF2E4A}" type="slidenum">
              <a:rPr lang="sv-SE" altLang="en-US"/>
              <a:pPr/>
              <a:t>‹#›</a:t>
            </a:fld>
            <a:endParaRPr lang="sv-SE" altLang="en-US"/>
          </a:p>
        </p:txBody>
      </p:sp>
    </p:spTree>
    <p:extLst>
      <p:ext uri="{BB962C8B-B14F-4D97-AF65-F5344CB8AC3E}">
        <p14:creationId xmlns:p14="http://schemas.microsoft.com/office/powerpoint/2010/main" val="2412306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2" y="365131"/>
            <a:ext cx="2628900" cy="5811839"/>
          </a:xfrm>
          <a:prstGeom prst="rect">
            <a:avLst/>
          </a:prstGeo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3" y="365131"/>
            <a:ext cx="7734300" cy="5811839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294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>
                    <a:tint val="75000"/>
                  </a:srgb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3ABCDE-7BB4-48D5-B875-C8D8DA503FFC}" type="slidenum">
              <a:rPr lang="sv-SE" altLang="en-US"/>
              <a:pPr/>
              <a:t>‹#›</a:t>
            </a:fld>
            <a:endParaRPr lang="sv-SE" altLang="en-US"/>
          </a:p>
        </p:txBody>
      </p:sp>
    </p:spTree>
    <p:extLst>
      <p:ext uri="{BB962C8B-B14F-4D97-AF65-F5344CB8AC3E}">
        <p14:creationId xmlns:p14="http://schemas.microsoft.com/office/powerpoint/2010/main" val="2441024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l" defTabSz="914294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>
                    <a:tint val="75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52DE00EC-071E-4D9F-BAE7-FA76F7641228}" type="slidenum">
              <a:rPr lang="sv-SE" altLang="en-US"/>
              <a:pPr/>
              <a:t>‹#›</a:t>
            </a:fld>
            <a:endParaRPr lang="sv-SE" altLang="en-US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3BB9552A-BB3C-453A-9180-5C655E7BC212}" type="slidenum">
              <a:rPr lang="sv-SE" altLang="en-US"/>
              <a:pPr/>
              <a:t>‹#›</a:t>
            </a:fld>
            <a:endParaRPr lang="sv-S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  <p:hf hdr="0" ftr="0" dt="0"/>
  <p:txStyles>
    <p:titleStyle>
      <a:lvl1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227013" indent="-227013" algn="l" defTabSz="9128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684213" indent="-227013" algn="l" defTabSz="912813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1413" indent="-227013" algn="l" defTabSz="912813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1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598613" indent="-227013" algn="l" defTabSz="912813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19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5813" indent="-227013" algn="l" defTabSz="912813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19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312" indent="-228573" algn="l" defTabSz="9142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58" indent="-228573" algn="l" defTabSz="9142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06" indent="-228573" algn="l" defTabSz="9142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4" indent="-228573" algn="l" defTabSz="9142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2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7" algn="l" defTabSz="9142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4" algn="l" defTabSz="9142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2" algn="l" defTabSz="9142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0" algn="l" defTabSz="9142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38" algn="l" defTabSz="9142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5" algn="l" defTabSz="9142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3" algn="l" defTabSz="9142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79" algn="l" defTabSz="9142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OpenWrt</a:t>
            </a:r>
            <a:r>
              <a:rPr lang="en-US" dirty="0"/>
              <a:t> Summit 2016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" y="411512"/>
            <a:ext cx="12186957" cy="585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5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ruta 1"/>
          <p:cNvSpPr txBox="1"/>
          <p:nvPr/>
        </p:nvSpPr>
        <p:spPr>
          <a:xfrm>
            <a:off x="5233027" y="4706464"/>
            <a:ext cx="3787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</a:rPr>
              <a:t>PM/</a:t>
            </a:r>
          </a:p>
        </p:txBody>
      </p:sp>
      <p:sp>
        <p:nvSpPr>
          <p:cNvPr id="4" name="textruta 3"/>
          <p:cNvSpPr txBox="1"/>
          <p:nvPr/>
        </p:nvSpPr>
        <p:spPr>
          <a:xfrm>
            <a:off x="5364488" y="4626241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b="1" dirty="0">
                <a:solidFill>
                  <a:srgbClr val="FFFFFF"/>
                </a:solidFill>
                <a:latin typeface="Calibri"/>
                <a:cs typeface="Calibri"/>
              </a:rPr>
              <a:t>PM/Support</a:t>
            </a:r>
          </a:p>
          <a:p>
            <a:r>
              <a:rPr lang="sv-SE" sz="1200" dirty="0">
                <a:solidFill>
                  <a:srgbClr val="FFFFFF"/>
                </a:solidFill>
                <a:latin typeface="Calibri"/>
                <a:cs typeface="Calibri"/>
              </a:rPr>
              <a:t>Per Hellsten </a:t>
            </a:r>
          </a:p>
        </p:txBody>
      </p:sp>
      <p:pic>
        <p:nvPicPr>
          <p:cNvPr id="3" name="Bildobjekt 2" descr="All_pics2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6" b="10000"/>
          <a:stretch/>
        </p:blipFill>
        <p:spPr>
          <a:xfrm>
            <a:off x="1201442" y="868708"/>
            <a:ext cx="9704934" cy="5740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18951" y="4800585"/>
            <a:ext cx="4571950" cy="19202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9656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-tema">
  <a:themeElements>
    <a:clrScheme name="Inteno colours">
      <a:dk1>
        <a:srgbClr val="000000"/>
      </a:dk1>
      <a:lt1>
        <a:sysClr val="window" lastClr="FFFFFF"/>
      </a:lt1>
      <a:dk2>
        <a:srgbClr val="D22432"/>
      </a:dk2>
      <a:lt2>
        <a:srgbClr val="E7E6E6"/>
      </a:lt2>
      <a:accent1>
        <a:srgbClr val="D22432"/>
      </a:accent1>
      <a:accent2>
        <a:srgbClr val="356BA5"/>
      </a:accent2>
      <a:accent3>
        <a:srgbClr val="533478"/>
      </a:accent3>
      <a:accent4>
        <a:srgbClr val="58AB3D"/>
      </a:accent4>
      <a:accent5>
        <a:srgbClr val="6C6762"/>
      </a:accent5>
      <a:accent6>
        <a:srgbClr val="B5ACA4"/>
      </a:accent6>
      <a:hlink>
        <a:srgbClr val="D22432"/>
      </a:hlink>
      <a:folHlink>
        <a:srgbClr val="A4292F"/>
      </a:folHlink>
    </a:clrScheme>
    <a:fontScheme name="Office - klassiskt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no_ppt_template [Skrivskyddad] [Kompatibilitetsläge]" id="{6A2219CE-6685-48A4-9E54-C4FAB6B54403}" vid="{A1BB7B3F-9697-4FCD-9CCC-678DA715CA08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9765</TotalTime>
  <Words>242</Words>
  <Application>Microsoft Office PowerPoint</Application>
  <PresentationFormat>Widescreen</PresentationFormat>
  <Paragraphs>37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MS PGothic</vt:lpstr>
      <vt:lpstr>MS PGothic</vt:lpstr>
      <vt:lpstr>Arial</vt:lpstr>
      <vt:lpstr>Calibri</vt:lpstr>
      <vt:lpstr>1_Office-tema</vt:lpstr>
      <vt:lpstr>PowerPoint Presentation</vt:lpstr>
      <vt:lpstr>PowerPoint Presentation</vt:lpstr>
      <vt:lpstr>PowerPoint Presentation</vt:lpstr>
    </vt:vector>
  </TitlesOfParts>
  <Company>Lennandia Advertising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Inteno PPT template</dc:title>
  <dc:creator>Josefin Rennemark</dc:creator>
  <cp:lastModifiedBy>erik</cp:lastModifiedBy>
  <cp:revision>362</cp:revision>
  <cp:lastPrinted>2015-11-03T08:30:20Z</cp:lastPrinted>
  <dcterms:created xsi:type="dcterms:W3CDTF">2014-01-26T15:06:00Z</dcterms:created>
  <dcterms:modified xsi:type="dcterms:W3CDTF">2016-10-11T14:17:58Z</dcterms:modified>
</cp:coreProperties>
</file>